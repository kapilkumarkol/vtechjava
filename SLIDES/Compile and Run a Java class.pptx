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365" r:id="rId4"/>
    <p:sldId id="262" r:id="rId5"/>
    <p:sldId id="356" r:id="rId6"/>
    <p:sldId id="263" r:id="rId7"/>
    <p:sldId id="357" r:id="rId8"/>
    <p:sldId id="265" r:id="rId9"/>
    <p:sldId id="382" r:id="rId10"/>
    <p:sldId id="3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E8009-35AC-49EE-9A05-8C63F4C4457C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A7790-8D49-4C5F-9817-B32B3E3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45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6CB71253-372B-4594-90BA-1010635197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DB5CA0E5-6742-4933-A103-045DBEA2C8E3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5" name="Rectangle 1">
            <a:extLst>
              <a:ext uri="{FF2B5EF4-FFF2-40B4-BE49-F238E27FC236}">
                <a16:creationId xmlns:a16="http://schemas.microsoft.com/office/drawing/2014/main" id="{66C2C665-7E0C-4BD1-9E56-2A66A27DF1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CAC9A402-3A0C-464E-B23B-7A368FD93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841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8D82A828-0E9F-4027-AA5E-B1E69A4CF6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A5CC84D2-2442-408D-9852-D053F97459B1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F48315CE-B8E2-4F02-A43D-1BDAFDC00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65992F5A-2209-4D4D-9F12-B22A7554F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99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F229528D-34E5-4F82-BC0F-AB09C01D0FC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D2DAAD8D-F322-4F37-8566-8CA450359F96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1A5F615-5CBD-46AC-A6B6-7A4A7BE2E6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B0002220-B22A-4926-A53A-54AB9A1A7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549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EEBFF5E7-811E-4804-9D3E-635FD8DD741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0E7A1C57-D959-42DE-B910-B39F670D65D2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1C154F63-B3B2-4A75-81F1-14501CC46C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76B48EF2-1F3A-4F00-8063-62B81850F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95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60D0-6EB8-4890-9CC4-0A4D9E0BC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E0200-A1B2-448A-B98B-13253232F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206B4-4965-443F-B29C-20028AB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4284F-8D4B-4D30-BA24-FD8CD28F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0CFC5-E191-46CA-922F-86B37431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8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9ABC-945B-4F5D-AB93-5D372484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57F5C-78AE-49FB-860B-922883E2F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E16C3-13A1-4ACE-833E-E69849CE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649D-C736-4F22-884F-A18901E4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3DFA6-BADC-46D2-8AFE-FD496613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9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9AC-D6CF-4FB4-A595-976C7C5D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9B1A9-989D-4E54-9CB2-FB51D459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36144-2F47-40BA-9801-656D812E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36243-BD3A-495D-B7E1-1D5B001F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8CA8B-F69F-4F61-9793-95A85620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91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2953-5090-470B-A9D9-516FF10F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5E5C-DB07-4BF8-9236-91B5CE3FD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4C346-6417-41B9-BCE6-DCE917156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41E6A-F194-48D0-B323-F6D613B5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58949-5EC2-4B58-AEA8-37633497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60868-129E-4F67-85B1-D8430107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45EB-163A-4732-B128-72E9B77E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4028C-C9D2-4FFC-B369-242E0EFD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340F6-03C4-436B-B51C-97202B1F9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F8497-1CEF-4C54-B445-234888B95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6532A-DAA1-4C0E-9FA4-FDC2C49E7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FCA6C-2457-4F06-B0C6-732C8CB5B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1F91A-C64D-49E7-BE2B-57DB10F7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D1C4F-DB0D-48BE-85FA-47D4B6C9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0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192F2-5EFB-4332-A525-FB2C0526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7A31A0-A37E-4A23-8855-6FAA1A89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96B80-6DB4-4AE9-9414-3F9680C0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EB0C1-79EB-4B62-9CDF-254F02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7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DEF35-9D3A-4209-81B5-A308F860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C4798-DD08-4A54-9513-B5D6D3DF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C4025-6763-4321-B1D2-9138613D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7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7E83-21C9-4775-B14E-6C42ABF8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1DCFE-4B3E-4F42-A474-82CC1F37C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58D3B-6EFB-4737-A02E-E7FF75414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0974A-E823-457F-A6F2-896F7753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9A9E6-956E-4327-B06D-9031FBC2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7DC00-1B5F-4DCA-AB5B-03E6DCED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00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A44D-82AF-4AAD-94B8-33FFCA0B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72398-72F6-4DA7-BF3E-492503D60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C7E29-DF29-4C78-ABB7-24BA64E03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52455-32BC-4BBF-BB21-12CA41C1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33BD2-E32F-4EEB-AC6E-6DD935B5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E7EC3-6EA3-44DE-9F06-030DD9F3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322B-EC4E-4DB8-938E-94ED9065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730FF-2A85-48F2-A9E9-45A53D0A8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4D689-7EDB-49C3-AB22-B4F373F3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0D01-50A4-4263-8CB3-12282E04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B55B7-22B2-426D-B63E-CCC15939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83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386F1-6483-4D02-A1EE-C694CE2E7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B5B29-1B3D-43C3-B13B-2EFE5B132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ABAB6-97A4-4DC5-B9DA-82B41BF8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AB6C-A136-44D9-B1ED-4972309F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8EF69-D1BB-4490-9DC7-B6489F66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9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050AB-ED4C-471E-938E-9877114D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ED885-D69A-4AE6-ABE2-B4D29D61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1C771-27F3-4EEC-8679-2AB71E039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6997A-DBA7-48CE-99A2-61859A435606}" type="datetimeFigureOut">
              <a:rPr lang="en-IN" smtClean="0"/>
              <a:t>26-06-2018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75E3B-9AF3-4619-AC33-52A63235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2ADE2-CE38-4ED0-BC02-84A5E073D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046D6-27C4-4352-8509-7494C206B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64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34D5-CB3A-4700-85D1-70C87BB03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Compile and Run a Java class</a:t>
            </a:r>
          </a:p>
        </p:txBody>
      </p:sp>
    </p:spTree>
    <p:extLst>
      <p:ext uri="{BB962C8B-B14F-4D97-AF65-F5344CB8AC3E}">
        <p14:creationId xmlns:p14="http://schemas.microsoft.com/office/powerpoint/2010/main" val="13548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id="{475E480D-F876-4528-A815-3C9C299EB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258" y="110893"/>
            <a:ext cx="8818045" cy="4553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6310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 b="1">
                <a:solidFill>
                  <a:srgbClr val="000000"/>
                </a:solidFill>
                <a:latin typeface="Bookman Old Style" panose="02050604050505020204" pitchFamily="18" charset="0"/>
              </a:rPr>
              <a:t>Compilation Steps: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361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089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1. Compiler inserts some code implicitly.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2. Compiler performs syntax checking and validate the code for 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java-rules(Object Oriented Programming Principles).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3. </a:t>
            </a:r>
            <a:r>
              <a:rPr lang="de-DE" altLang="en-US" sz="2177" u="sng">
                <a:solidFill>
                  <a:srgbClr val="000000"/>
                </a:solidFill>
                <a:latin typeface="Bookman Old Style" panose="02050604050505020204" pitchFamily="18" charset="0"/>
              </a:rPr>
              <a:t>If no error found: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Compiler generates byte code for each class defined in the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source file and saves them in a saperate file on the name of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the defined class name with .class extension.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009327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996BEA05-503A-4DC4-97EC-1E56BF05E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493" y="733038"/>
            <a:ext cx="8157016" cy="4032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Ex.: If a source file A.java has three class definition naming class E{ }, class X{ } and class K{ }, then on suceessfull compilation, three .class files will be created naming E.class, X.class and K.class containing byte code of class E, class X and class K respectively.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 u="sng">
                <a:solidFill>
                  <a:srgbClr val="000000"/>
                </a:solidFill>
                <a:latin typeface="Bookman Old Style" panose="02050604050505020204" pitchFamily="18" charset="0"/>
              </a:rPr>
              <a:t>If a syntax error or Java rule violation is found in the code:</a:t>
            </a: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The compiler shows compile time errors, and the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	compilation will stop. The error is shown on the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command line indicating the java rules violation and/or 	any syntax error in your source code.</a:t>
            </a:r>
          </a:p>
        </p:txBody>
      </p:sp>
    </p:spTree>
    <p:extLst>
      <p:ext uri="{BB962C8B-B14F-4D97-AF65-F5344CB8AC3E}">
        <p14:creationId xmlns:p14="http://schemas.microsoft.com/office/powerpoint/2010/main" val="356974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9B9AB4C6-DAE4-48D2-BB29-F9F1EAB91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258" y="456529"/>
            <a:ext cx="8818045" cy="405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6310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 b="1">
                <a:solidFill>
                  <a:srgbClr val="000000"/>
                </a:solidFill>
                <a:latin typeface="Bookman Old Style" panose="02050604050505020204" pitchFamily="18" charset="0"/>
              </a:rPr>
              <a:t>Running Java Code Steps: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361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 b="1">
                <a:solidFill>
                  <a:srgbClr val="000000"/>
                </a:solidFill>
                <a:latin typeface="Bookman Old Style" panose="02050604050505020204" pitchFamily="18" charset="0"/>
              </a:rPr>
              <a:t>Steps: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089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When we type 'java' command on the command prompt &amp; supply a class file without extension: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1. JRE occupies space in the primary memory to create Java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environment.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2. JRE creates environment to run java class supplied.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a. Creates stack to execute methods.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b. Creates heap memory for instances.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>
                <a:solidFill>
                  <a:srgbClr val="000000"/>
                </a:solidFill>
                <a:latin typeface="Bookman Old Style" panose="02050604050505020204" pitchFamily="18" charset="0"/>
              </a:rPr>
              <a:t>    </a:t>
            </a:r>
            <a:endParaRPr lang="de-DE" altLang="en-US" sz="1089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3210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A8598E05-CAE8-40D8-A6BE-913B9894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238" y="387402"/>
            <a:ext cx="8502653" cy="528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3. Now JRE loads the class supplied.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27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4. On load the library class Class object gets created, the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class	level(static) variables are allocated memory in it.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27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5. Now JRE looks for main method with predefined signature  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in the supplied class.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</a:t>
            </a:r>
            <a:r>
              <a:rPr lang="de-DE" altLang="en-US" sz="2177" u="sng">
                <a:solidFill>
                  <a:srgbClr val="000000"/>
                </a:solidFill>
                <a:latin typeface="Bookman Old Style" panose="02050604050505020204" pitchFamily="18" charset="0"/>
              </a:rPr>
              <a:t>If found</a:t>
            </a: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: runs the code sequentially from top-to-bottom 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              order.</a:t>
            </a:r>
          </a:p>
          <a:p>
            <a:pPr>
              <a:lnSpc>
                <a:spcPct val="98000"/>
              </a:lnSpc>
              <a:spcBef>
                <a:spcPts val="454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</a:t>
            </a:r>
            <a:r>
              <a:rPr lang="de-DE" altLang="en-US" sz="2177" u="sng">
                <a:solidFill>
                  <a:srgbClr val="000000"/>
                </a:solidFill>
                <a:latin typeface="Bookman Old Style" panose="02050604050505020204" pitchFamily="18" charset="0"/>
              </a:rPr>
              <a:t>If not found</a:t>
            </a: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: causes an error condition and the code </a:t>
            </a:r>
          </a:p>
          <a:p>
            <a:pPr>
              <a:lnSpc>
                <a:spcPct val="98000"/>
              </a:lnSpc>
              <a:spcBef>
                <a:spcPts val="454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                    execution fails to complete. A report is </a:t>
            </a:r>
          </a:p>
          <a:p>
            <a:pPr>
              <a:lnSpc>
                <a:spcPct val="98000"/>
              </a:lnSpc>
              <a:spcBef>
                <a:spcPts val="454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                    generated describing the problem, which is </a:t>
            </a:r>
          </a:p>
          <a:p>
            <a:pPr>
              <a:lnSpc>
                <a:spcPct val="98000"/>
              </a:lnSpc>
              <a:spcBef>
                <a:spcPts val="454"/>
              </a:spcBef>
              <a:buClr>
                <a:srgbClr val="000000"/>
              </a:buClr>
              <a:buSzPct val="100000"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					an Error: Main method not found</a:t>
            </a:r>
          </a:p>
        </p:txBody>
      </p:sp>
    </p:spTree>
    <p:extLst>
      <p:ext uri="{BB962C8B-B14F-4D97-AF65-F5344CB8AC3E}">
        <p14:creationId xmlns:p14="http://schemas.microsoft.com/office/powerpoint/2010/main" val="99641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>
            <a:extLst>
              <a:ext uri="{FF2B5EF4-FFF2-40B4-BE49-F238E27FC236}">
                <a16:creationId xmlns:a16="http://schemas.microsoft.com/office/drawing/2014/main" id="{791C5B5E-47CC-4588-A93F-E72CB9938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258" y="249147"/>
            <a:ext cx="8818045" cy="4753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6310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 b="1">
                <a:solidFill>
                  <a:srgbClr val="000000"/>
                </a:solidFill>
                <a:latin typeface="Bookman Old Style" panose="02050604050505020204" pitchFamily="18" charset="0"/>
              </a:rPr>
              <a:t>Method Execution Steps: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814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 b="1">
                <a:solidFill>
                  <a:srgbClr val="000000"/>
                </a:solidFill>
                <a:latin typeface="Bookman Old Style" panose="02050604050505020204" pitchFamily="18" charset="0"/>
              </a:rPr>
              <a:t>Steps: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814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When a method is called: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814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1. A frame is inserted into the stack for the method with sufficient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    space to hold all the local variables declared in the method.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814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2. Now JRE executes the method code sequentially from top to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    bottom order.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814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3. When a running method code calls another method.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    a. The currently running method halts for some time.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814">
                <a:solidFill>
                  <a:srgbClr val="000000"/>
                </a:solidFill>
                <a:latin typeface="Bookman Old Style" panose="02050604050505020204" pitchFamily="18" charset="0"/>
              </a:rPr>
              <a:t>    b. The newly called method enters into the stack.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814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1917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0406AC7F-CE1D-431F-A65F-584F8840B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238" y="387401"/>
            <a:ext cx="8433525" cy="219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Note. At any given time the top most method in the stack is currently running method.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4. As soon as the currently running method completes execution: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    a. The method is poped out of the stack.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    b. The previous method becomes the top most method in the 		   stack &amp; it's code execution resumes.</a:t>
            </a: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C02D105D-F928-468E-BB5B-6C457C46E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978" y="2875983"/>
            <a:ext cx="8818045" cy="29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3567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089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Note: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The method poped out of the stack means, the space occupied is freed up, all the local variables declared in it is dissolved.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When a method halts due to some other method enters, then the local variables declared in it, goes out of scope for that while, but yes! They are still alive.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4854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>
            <a:extLst>
              <a:ext uri="{FF2B5EF4-FFF2-40B4-BE49-F238E27FC236}">
                <a16:creationId xmlns:a16="http://schemas.microsoft.com/office/drawing/2014/main" id="{493EECDD-D359-4A8F-B9DA-513B77F78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976" y="456529"/>
            <a:ext cx="8818045" cy="3197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6310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b="1">
                <a:solidFill>
                  <a:srgbClr val="000000"/>
                </a:solidFill>
                <a:latin typeface="Bookman Old Style" panose="02050604050505020204" pitchFamily="18" charset="0"/>
              </a:rPr>
              <a:t>Instance Creation: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 b="1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>
                <a:solidFill>
                  <a:srgbClr val="000000"/>
                </a:solidFill>
                <a:latin typeface="Bookman Old Style" panose="02050604050505020204" pitchFamily="18" charset="0"/>
              </a:rPr>
              <a:t>When a constructor of a class is called along with the new keyword: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>
                <a:solidFill>
                  <a:srgbClr val="000000"/>
                </a:solidFill>
                <a:latin typeface="Bookman Old Style" panose="02050604050505020204" pitchFamily="18" charset="0"/>
              </a:rPr>
              <a:t>Ex.: new String( );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>
                <a:solidFill>
                  <a:srgbClr val="000000"/>
                </a:solidFill>
                <a:latin typeface="Bookman Old Style" panose="02050604050505020204" pitchFamily="18" charset="0"/>
              </a:rPr>
              <a:t>1. JRE creates a new instance of the class by reading the above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>
                <a:solidFill>
                  <a:srgbClr val="000000"/>
                </a:solidFill>
                <a:latin typeface="Bookman Old Style" panose="02050604050505020204" pitchFamily="18" charset="0"/>
              </a:rPr>
              <a:t>    instruction.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>
                <a:solidFill>
                  <a:srgbClr val="000000"/>
                </a:solidFill>
                <a:latin typeface="Bookman Old Style" panose="02050604050505020204" pitchFamily="18" charset="0"/>
              </a:rPr>
              <a:t>2. Instances are created in the heap memory location.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996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496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BE5C6B4D-8BA9-40F1-9E0A-2D5A70197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365" y="456529"/>
            <a:ext cx="8295271" cy="2662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3. While creating an instance(object), 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    a. the JRE reads the class definition &amp; finds out the instance 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        variables declared in it.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    b. JRE allocates memory for each instance variable declared, 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        inside the instance is being created. 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	</a:t>
            </a:r>
            <a:r>
              <a:rPr lang="de-DE" altLang="en-US" sz="1633" u="sng">
                <a:solidFill>
                  <a:srgbClr val="000000"/>
                </a:solidFill>
                <a:latin typeface="Bookman Old Style" panose="02050604050505020204" pitchFamily="18" charset="0"/>
              </a:rPr>
              <a:t>Note</a:t>
            </a: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: It happens each time we call a constructor of a class, in </a:t>
            </a:r>
          </a:p>
          <a:p>
            <a:pPr>
              <a:lnSpc>
                <a:spcPct val="98000"/>
              </a:lnSpc>
              <a:spcBef>
                <a:spcPts val="1089"/>
              </a:spcBef>
              <a:buClr>
                <a:srgbClr val="000000"/>
              </a:buClr>
              <a:buSzPct val="100000"/>
            </a:pPr>
            <a:r>
              <a:rPr lang="de-DE" altLang="en-US" sz="1633">
                <a:solidFill>
                  <a:srgbClr val="000000"/>
                </a:solidFill>
                <a:latin typeface="Bookman Old Style" panose="02050604050505020204" pitchFamily="18" charset="0"/>
              </a:rPr>
              <a:t>                 other words when an instance is created.    </a:t>
            </a:r>
          </a:p>
        </p:txBody>
      </p:sp>
    </p:spTree>
    <p:extLst>
      <p:ext uri="{BB962C8B-B14F-4D97-AF65-F5344CB8AC3E}">
        <p14:creationId xmlns:p14="http://schemas.microsoft.com/office/powerpoint/2010/main" val="319100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>
            <a:extLst>
              <a:ext uri="{FF2B5EF4-FFF2-40B4-BE49-F238E27FC236}">
                <a16:creationId xmlns:a16="http://schemas.microsoft.com/office/drawing/2014/main" id="{0DB36E87-7DA9-4BBE-97D1-014E518EA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365" y="387402"/>
            <a:ext cx="8295271" cy="239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4. Now JRE generates unique reference code for newly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created instance and return back to the calling code.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177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5. If you declare a variable of that class type along with the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call to create an instance:     B  b  =  new  B( );   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The reference code returned can be hold in the specified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177">
                <a:solidFill>
                  <a:srgbClr val="000000"/>
                </a:solidFill>
                <a:latin typeface="Bookman Old Style" panose="02050604050505020204" pitchFamily="18" charset="0"/>
              </a:rPr>
              <a:t>    variable for the further access.  </a:t>
            </a:r>
          </a:p>
        </p:txBody>
      </p:sp>
    </p:spTree>
    <p:extLst>
      <p:ext uri="{BB962C8B-B14F-4D97-AF65-F5344CB8AC3E}">
        <p14:creationId xmlns:p14="http://schemas.microsoft.com/office/powerpoint/2010/main" val="12186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104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Unicode MS</vt:lpstr>
      <vt:lpstr>Bookman Old Style</vt:lpstr>
      <vt:lpstr>Calibri</vt:lpstr>
      <vt:lpstr>Calibri Light</vt:lpstr>
      <vt:lpstr>Times New Roman</vt:lpstr>
      <vt:lpstr>Office Theme</vt:lpstr>
      <vt:lpstr>Compile and Run a Java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 and Run a Java class</dc:title>
  <dc:creator>Anoop Ingole</dc:creator>
  <cp:lastModifiedBy>Anoop Ingole</cp:lastModifiedBy>
  <cp:revision>1</cp:revision>
  <dcterms:created xsi:type="dcterms:W3CDTF">2018-06-26T04:48:00Z</dcterms:created>
  <dcterms:modified xsi:type="dcterms:W3CDTF">2018-06-26T04:48:18Z</dcterms:modified>
</cp:coreProperties>
</file>